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63" r:id="rId3"/>
    <p:sldId id="273" r:id="rId4"/>
    <p:sldId id="274" r:id="rId5"/>
    <p:sldId id="282" r:id="rId6"/>
    <p:sldId id="285" r:id="rId7"/>
    <p:sldId id="297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4" r:id="rId16"/>
    <p:sldId id="293" r:id="rId17"/>
    <p:sldId id="295" r:id="rId18"/>
    <p:sldId id="296" r:id="rId19"/>
    <p:sldId id="298" r:id="rId20"/>
  </p:sldIdLst>
  <p:sldSz cx="12192000" cy="6858000"/>
  <p:notesSz cx="6980238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thick Alagar" initials="kA" lastIdx="1" clrIdx="0">
    <p:extLst>
      <p:ext uri="{19B8F6BF-5375-455C-9EA6-DF929625EA0E}">
        <p15:presenceInfo xmlns:p15="http://schemas.microsoft.com/office/powerpoint/2012/main" userId="f10630a9f9ce129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15A052-2400-4121-8ADC-414F609F4424}" v="1048" dt="2025-02-07T20:03:14.093"/>
  </p1510:revLst>
</p1510:revInfo>
</file>

<file path=ppt/tableStyles.xml><?xml version="1.0" encoding="utf-8"?>
<a:tblStyleLst xmlns:a="http://schemas.openxmlformats.org/drawingml/2006/main" def="{54CD8B73-A23D-4538-A7F6-53DF45708EA2}">
  <a:tblStyle styleId="{54CD8B73-A23D-4538-A7F6-53DF45708EA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8EBF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8EBF5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985F5B2-A457-4FFC-86FB-3CA24EC5282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2477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53853" y="0"/>
            <a:ext cx="302477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906640EE-267D-7E89-7547-28719ADE4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4696803A-F81D-E43E-5E3D-E357ED6747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BA0F63D4-E323-21D5-66F7-31934B7C4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DD7A37D6-2C6C-ADD1-871F-A786BFEBBF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9232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03C6BC40-A4FF-5F57-302F-F5846AEA6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B8BE0642-B531-2474-78A7-FA9DDBF030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90982C8E-B2BD-F516-5FEF-969EEB7D3D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AEEF8BCA-671C-C972-2EBC-A55A7004C8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3064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D8BF652C-1770-0155-2E11-0398C4DE9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4F397B2C-D834-E2E1-B52C-53F4A1F17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674D903D-0E6C-295D-B125-DC2BFA889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B15A0D67-3FF9-2A9D-8A37-8FB05F3193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7430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D02E2DED-7EA2-5B18-4F99-7D8372F0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1534106C-B377-5A62-F981-3864842B62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D214F52E-4C20-C353-D969-3644E1221F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FEE1AAE6-6CB3-C96D-195B-243C9B0831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1213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5B17599C-2C1F-2395-FA50-60CD31ECB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4CF81571-5C3A-035D-C051-476992F95E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F0DEE882-AFF9-C0DB-A5B4-07BE1CCF33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351D3A75-9B33-E73D-C987-B3175A3D5D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8079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0005F0EB-DC5C-64F2-A02C-B56164BA5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0AA8C5F1-145A-3330-BC0D-F36E70655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6322CF7D-82DE-1175-56FE-3ECFB39D6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A1B5F760-618F-B9FE-C280-C913483AA8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7688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C284CBFF-8FC0-B98C-62D2-CD4F1C75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4F466101-FC4B-FF49-A3A5-3B25D79D78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42905E8D-5871-C1A2-394D-FC1C30E8C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0AF01C0E-19DF-A494-A620-D83B1D300F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8462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8622CBAC-E80B-45A8-0ED4-7C79E67C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47185625-A5C7-1B32-6FCF-72B8E34CE4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DE4F2070-BE4C-BC12-A4B5-79FC395E8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091A53A8-2559-138B-A207-32ECC154BA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84580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5D7CC7D0-543C-B96F-ABC5-8896864F1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F289DC94-9BC1-69D1-AC85-EAB77DEB9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C6D194B4-E9F5-5CB9-6262-09AF9E286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F318321C-6C2F-F107-5D3B-C16C132DEA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2734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486A1DA8-B168-1FAB-A2C2-78F59BD87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717D48F2-14A0-F8AA-3D7F-9EFC6352DD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ABFFA032-AEEC-FB05-5763-67C33C7F32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F7C200F9-0692-DB44-07D1-D347B86A61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4333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72EA3254-CA07-B3EB-3585-EC0D05BA6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ED9C340A-B99B-A4DC-3C59-F2E445BFF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944E877D-5F35-6ABF-FE7F-55FD8F92C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C13FF8B2-498A-E567-0265-355F2221DA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71438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13BE9068-CCE0-180B-0004-93F39D190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B6EDCE80-FE6E-FBDF-EF2D-6A430C2271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B3F2FC7F-C86C-83F7-5D54-753D47F4F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BEF3328F-7232-B748-3B6E-544972AB20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5557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2F385366-A1F0-5CAB-8976-2A8956194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6569F90D-F561-4956-6115-82D9CF83DD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CD7B9EC3-FDE2-D791-4046-5D464A68E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00043751-CC5B-1E46-2C30-0E8E39AB9A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49208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B339EC50-B4AD-5A4F-F197-4717C739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6F8AA8A9-A758-38C6-4AE1-E868CDA07C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CCB307E1-66F9-F33B-2BF3-0220EE8EC1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D248CDD1-EB50-7A40-27C7-A7506E0D9E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04560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54491D0D-8035-5717-00F1-A7A7A45B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3D7FF521-D18A-54A5-CAEC-74018C1677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09F986AA-D358-9C1A-064E-B20AF0F70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65A0F001-86DB-FF42-7F25-9AEF77414C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1532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0A10C0FE-B216-29A5-420C-2427359E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0267A537-D86A-0DC6-46B7-41F51A1AB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C8B5C4A6-0F7D-C8BF-5C21-A548928E55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D4F4BED5-DD37-05DE-3270-79426B0B7E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10761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B007AA17-A353-12DF-8364-AC7860B1F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015AD56C-B6D3-B571-A8A8-61510C977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46125" y="1143000"/>
            <a:ext cx="5487988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EDC2EC6B-7412-715D-B988-ED8193660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8024" y="4400550"/>
            <a:ext cx="558419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>
            <a:extLst>
              <a:ext uri="{FF2B5EF4-FFF2-40B4-BE49-F238E27FC236}">
                <a16:creationId xmlns:a16="http://schemas.microsoft.com/office/drawing/2014/main" id="{3226CFEF-9751-EE46-ADA2-7FFB1F069C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53853" y="8685214"/>
            <a:ext cx="302477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618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824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2285884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4203852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1439362" y="228600"/>
            <a:ext cx="466354" cy="51591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1" r:id="rId11"/>
    <p:sldLayoutId id="214748366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4294967295"/>
          </p:nvPr>
        </p:nvSpPr>
        <p:spPr>
          <a:xfrm>
            <a:off x="1524000" y="499665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5092"/>
              </a:buClr>
              <a:buSzPts val="3600"/>
              <a:buFont typeface="Times New Roman"/>
              <a:buNone/>
            </a:pPr>
            <a:r>
              <a:rPr lang="en-US" sz="3600" b="1">
                <a:solidFill>
                  <a:srgbClr val="1C5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KPR Institute of Engineering and Technology</a:t>
            </a:r>
            <a:endParaRPr sz="3600"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294967295"/>
          </p:nvPr>
        </p:nvSpPr>
        <p:spPr>
          <a:xfrm>
            <a:off x="3602426" y="1369479"/>
            <a:ext cx="5078327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ctr">
              <a:spcBef>
                <a:spcPts val="0"/>
              </a:spcBef>
              <a:buClr>
                <a:srgbClr val="006600"/>
              </a:buClr>
              <a:buSzPct val="100000"/>
              <a:buNone/>
            </a:pPr>
            <a:r>
              <a:rPr lang="en-US" sz="4000" b="1" dirty="0">
                <a:solidFill>
                  <a:srgbClr val="006600"/>
                </a:solidFill>
                <a:latin typeface="Times New Roman"/>
                <a:cs typeface="Times New Roman"/>
              </a:rPr>
              <a:t>Internship Review</a:t>
            </a:r>
            <a:endParaRPr lang="en-US"/>
          </a:p>
        </p:txBody>
      </p:sp>
      <p:pic>
        <p:nvPicPr>
          <p:cNvPr id="2" name="Picture 1" descr="A white and orange logo&#10;&#10;AI-generated content may be incorrect.">
            <a:extLst>
              <a:ext uri="{FF2B5EF4-FFF2-40B4-BE49-F238E27FC236}">
                <a16:creationId xmlns:a16="http://schemas.microsoft.com/office/drawing/2014/main" id="{50F259AF-46F1-94A1-7C09-C421595FB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2463518"/>
            <a:ext cx="3886200" cy="13359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9679C7-5117-057A-784F-5FDB4474B7CB}"/>
              </a:ext>
            </a:extLst>
          </p:cNvPr>
          <p:cNvSpPr txBox="1"/>
          <p:nvPr/>
        </p:nvSpPr>
        <p:spPr>
          <a:xfrm>
            <a:off x="8325633" y="4703523"/>
            <a:ext cx="332774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latin typeface="Times New Roman"/>
                <a:cs typeface="Times New Roman"/>
              </a:rPr>
              <a:t>Dharshini C – 23EE008</a:t>
            </a:r>
            <a:br>
              <a:rPr lang="en-US" sz="2400" b="1" dirty="0">
                <a:latin typeface="Times New Roman"/>
                <a:cs typeface="Times New Roman"/>
              </a:rPr>
            </a:br>
            <a:r>
              <a:rPr lang="en-US" sz="2400" b="1" dirty="0">
                <a:latin typeface="Times New Roman"/>
                <a:cs typeface="Times New Roman"/>
              </a:rPr>
              <a:t>             II-EEE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ctrTitle" idx="4294967295"/>
          </p:nvPr>
        </p:nvSpPr>
        <p:spPr>
          <a:xfrm>
            <a:off x="1524000" y="480578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 dirty="0">
                <a:solidFill>
                  <a:srgbClr val="1C5092"/>
                </a:solidFill>
                <a:latin typeface="Times New Roman"/>
                <a:cs typeface="Times New Roman"/>
              </a:rPr>
              <a:t>About the Company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294967295"/>
          </p:nvPr>
        </p:nvSpPr>
        <p:spPr>
          <a:xfrm>
            <a:off x="574110" y="1602789"/>
            <a:ext cx="11189917" cy="4524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Times New Roman"/>
              </a:rPr>
              <a:t>Litz Tech Private Limited is a dynamic and innovative technology company specializing in software development, web development, and IT solutions. 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</a:rPr>
              <a:t>With a strong focus on delivering high-quality digital products, the company provides services in website design, mobile app development, UI/UX design, and enterprise solutions.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</a:rPr>
              <a:t>As an intern at Litz Tech Private Limited, I had the opportunity to gain hands-on experience in front-end development, working with technologies like HTML, CSS, Bootstrap, and JavaScript. 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</a:rPr>
              <a:t>The company’s structured training, mentorship, and real-world projects provided a strong foundation for learning and growth.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89007D93-B1AF-0C93-E613-879CEB5B4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E232116B-7BB9-0D46-138D-67CBE11454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469C5741-7C10-CE65-95A6-423A8EACF01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 dirty="0">
                <a:solidFill>
                  <a:srgbClr val="1C5092"/>
                </a:solidFill>
                <a:latin typeface="Times New Roman"/>
                <a:cs typeface="Times New Roman"/>
              </a:rPr>
              <a:t>Week – 1 </a:t>
            </a: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23367B63-0B38-75D9-2DC3-A9CBFE9C4AC9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362708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The first week of the internship was started with the Introduction to front-end development and web technologies provided a </a:t>
            </a:r>
            <a:r>
              <a:rPr lang="en-US" sz="2400" dirty="0">
                <a:solidFill>
                  <a:schemeClr val="tx1"/>
                </a:solidFill>
                <a:latin typeface="Times New Roman"/>
              </a:rPr>
              <a:t>foundational understanding of how websites are built and function. </a:t>
            </a:r>
            <a:endParaRPr lang="en-US" sz="2400">
              <a:solidFill>
                <a:schemeClr val="tx1"/>
              </a:solidFill>
              <a:latin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</a:rPr>
              <a:t>The learning journey began with the basics of HTML, including working with tables, forms, and typography. </a:t>
            </a:r>
            <a:endParaRPr lang="en-US" sz="2400">
              <a:solidFill>
                <a:schemeClr val="tx1"/>
              </a:solidFill>
              <a:latin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</a:rPr>
              <a:t>Hands-on tasks reinforced these concepts by creating a student information table and an employee salary table. </a:t>
            </a:r>
            <a:endParaRPr lang="en-US" sz="2400">
              <a:solidFill>
                <a:schemeClr val="tx1"/>
              </a:solidFill>
              <a:latin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</a:rPr>
              <a:t>Moving forward, CSS (Cascading Style Sheets) was introduced to enhance the styling and design of web pages. </a:t>
            </a:r>
            <a:endParaRPr lang="en-US" sz="2400">
              <a:solidFill>
                <a:schemeClr val="tx1"/>
              </a:solidFill>
              <a:latin typeface="Times New Roman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/>
              </a:rPr>
              <a:t>Practical applications of these skills included designing a resume using HTML and CSS, followed by a website design practice session where a basic animal-related website was created.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090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C0325F3-B888-FFCA-AD8A-B1AC44DE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1A6DD861-758B-4E90-E62E-AADBD17B37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4342E81E-57D5-870A-C137-06E19BBAA388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Week – 2  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5A74404C-40C0-7624-2E94-6AA4EEA5FD3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362708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The second week focused on advancing front-end development skills with Bootstrap and JavaScript.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It began with an introduction to Bootstrap, covering its grid system, components, and responsiveness.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A hands-on task involved designing a fully functional login page using Bootstrap. JavaScript basics were introduced to add interactivity to web pages, followed by a project where an animal website was developed using Bootstrap.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The integration of JavaScript continued with implementing functions for interactivity and enhancing forms with validation.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Towards the end of the week, the focus shifted to the final front-end project, involving project initiation, implementation, testing, and final review.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6172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FC563CD-A18C-FE61-08DD-4C44A5353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B4953061-06C9-55DA-0487-D6F1F1B5FD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3F28845B-4954-5EF3-E6BC-CD4D7BE61B6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45A6FAB4-638D-45F6-B043-F15C904B717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073341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1: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first day of my internship, I was introduced to front-end development and the core languages used in building user interfaces. 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The session covered the basics of HTML, the backbone of web structure. It highlighted its importance in creating, organizing, and designing web pages effectively.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3" name="Picture 2" descr="A computer with a person sitting in front of it&#10;&#10;AI-generated content may be incorrect.">
            <a:extLst>
              <a:ext uri="{FF2B5EF4-FFF2-40B4-BE49-F238E27FC236}">
                <a16:creationId xmlns:a16="http://schemas.microsoft.com/office/drawing/2014/main" id="{46899A57-B3A3-1BE8-00BC-C1DC07F86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520" y="3329238"/>
            <a:ext cx="3968067" cy="302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7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CCAC8B01-A150-34FF-01B9-D7ED49FE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5F7BFC9A-38A4-AE9A-AB18-D36E548FCE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C68C027E-8248-5629-8C11-F852E21EB9C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259655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83C6EAC1-3777-6470-BDE0-4483AB44A3CB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073341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2:</a:t>
            </a: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second day of my internship, I worked on tasks involving tables, forms, and typography. 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These exercises helped me understand how to structure data, create user-friendly input fields, and enhance text presentation. 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Additionally, I learned valuable insights about web designing principles and improving user interface.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pPr marL="50800" indent="0">
              <a:buNone/>
            </a:pPr>
            <a:endParaRPr lang="en-US" b="1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3" name="Picture 2" descr="A computer screen with a black screen and a black keyboard&#10;&#10;AI-generated content may be incorrect.">
            <a:extLst>
              <a:ext uri="{FF2B5EF4-FFF2-40B4-BE49-F238E27FC236}">
                <a16:creationId xmlns:a16="http://schemas.microsoft.com/office/drawing/2014/main" id="{F9D2250C-8822-C7FE-9805-64C744937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686" y="3753092"/>
            <a:ext cx="3636983" cy="278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40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9E99943-839A-A91D-F2C2-5E381ACD2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7274A5E2-44BE-5BBC-E999-D60EE53486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45231905-178A-3E08-1E92-A633A8710451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8089172B-E97E-E557-7943-EB474CBE0CD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073341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Day 3:</a:t>
            </a: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On the third day of my internship, I created a student information table and an employee salary table to practice organizing and presenting data effectively.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  <a:cs typeface="Times New Roman"/>
              </a:rPr>
              <a:t>Additionally, I replicated some of my college's forms by designing a Google Form, which enhanced my understanding of form structure and user interaction.</a:t>
            </a:r>
            <a:endParaRPr lang="en-US"/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2" name="Picture 1" descr="A table with green and white text&#10;&#10;AI-generated content may be incorrect.">
            <a:extLst>
              <a:ext uri="{FF2B5EF4-FFF2-40B4-BE49-F238E27FC236}">
                <a16:creationId xmlns:a16="http://schemas.microsoft.com/office/drawing/2014/main" id="{6386A8B0-E817-8C8B-6386-5302B46BB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86" y="3206524"/>
            <a:ext cx="5007429" cy="315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241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195CD6C-0F99-9916-BD26-0996C2F6E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4E627B8F-0B0A-54B9-EEBC-CF441DEAC7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C7456681-3627-1EFF-9473-6B6CDAB95ED3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7ECC1399-E318-0D42-D0F7-D074FBA4F19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073341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4: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fourth day of my internship, I learned how to create a resume using HTML.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I worked on a task to design my resume with various font styles, focusing on enhancing its appearance and making it visually appealing. 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This activity improved my skills in styling and formatting content effectively.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2" name="Picture 1" descr="A person taking a selfie&#10;&#10;AI-generated content may be incorrect.">
            <a:extLst>
              <a:ext uri="{FF2B5EF4-FFF2-40B4-BE49-F238E27FC236}">
                <a16:creationId xmlns:a16="http://schemas.microsoft.com/office/drawing/2014/main" id="{F82DAB98-F336-B0A5-3A68-22354D98B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171" y="3428999"/>
            <a:ext cx="3472544" cy="260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643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822928A4-9CF0-5041-391A-E03434615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3668CADE-D3D6-1D04-9C4A-BF5155E303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1E7C59EE-FB0E-800D-26C3-464143E8615E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EA5191A9-9323-D460-E799-1C31E20F620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073341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5: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5th day of my internship, I was introduced to CSS (Cascading Style Sheets) and learned how to use it for website design.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I explored adding colors, aligning elements, incorporating images, and enhancing overall aesthetics. 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This session helped me understand how CSS brings life and style to web pages.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 descr="A sign with a picture of a city&#10;&#10;AI-generated content may be incorrect.">
            <a:extLst>
              <a:ext uri="{FF2B5EF4-FFF2-40B4-BE49-F238E27FC236}">
                <a16:creationId xmlns:a16="http://schemas.microsoft.com/office/drawing/2014/main" id="{802BAE01-9FCB-9621-5019-1E38263EB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772" y="3603171"/>
            <a:ext cx="3755572" cy="275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9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ABE60EC-989C-B50C-D582-85144273C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9ED6FB78-8A46-25A1-A92D-9D52EC9938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8A1C063B-1F13-7253-CC78-A8EBD7AB8D3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985212BC-95E7-11AA-111F-5AD51EEC64B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073341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>
                <a:latin typeface="Times New Roman"/>
                <a:cs typeface="Times New Roman"/>
              </a:rPr>
              <a:t>Day 6:</a:t>
            </a:r>
          </a:p>
          <a:p>
            <a:r>
              <a:rPr lang="en-US">
                <a:solidFill>
                  <a:schemeClr val="tx1"/>
                </a:solidFill>
                <a:latin typeface="Times New Roman"/>
              </a:rPr>
              <a:t>On the sixth day of my internship, I designed a website related to animals, applying the knowledge I had gained so far. </a:t>
            </a:r>
          </a:p>
          <a:p>
            <a:r>
              <a:rPr lang="en-US">
                <a:solidFill>
                  <a:schemeClr val="tx1"/>
                </a:solidFill>
                <a:latin typeface="Times New Roman"/>
              </a:rPr>
              <a:t>I utilized HTML for structure, CSS for styling, and incorporated elements like images, colors, and typography to create an engaging and visually appealing website.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2" name="Picture 1" descr="A person standing in a room with a computer screen&#10;&#10;AI-generated content may be incorrect.">
            <a:extLst>
              <a:ext uri="{FF2B5EF4-FFF2-40B4-BE49-F238E27FC236}">
                <a16:creationId xmlns:a16="http://schemas.microsoft.com/office/drawing/2014/main" id="{24553014-710E-3DFC-7ECF-E5F2D2439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443" y="3771418"/>
            <a:ext cx="3443469" cy="25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08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1E39505-A887-62C6-44CB-8DEEDA710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F6F87E62-E20B-ACF0-D514-69312336E5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537C5280-F9DC-99F6-3E30-E3A5495A022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06F3B742-F43F-1778-7CC7-7CC0BCB2B81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073341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7: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seventh day of my internship, I learned about Bootstrap, a powerful CSS framework.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It provides an advanced version of CSS with pre-designed components and responsive design features, making website development faster and more efficient. 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This session enhanced my understanding of modern web development practices.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8: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eighth day of my internship, I created a fully functional login page using the knowledge I had gained so far.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I combined HTML, CSS, and Bootstrap to design an attractive and user-friendly interface, ensuring proper alignment, styling, and responsiveness. 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This task reinforced my learning effectively.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44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1B6FD42-13FA-C869-019E-CCB9554C3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4CB5A2A5-FC12-1EC0-B265-8ED8CEDE2D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513ED4F5-0358-36A8-5C5B-C2C34D1D745B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589A560D-5687-0AE7-9DCF-85D0831B28E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073341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9:</a:t>
            </a: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ninth day of my internship, I learned the basics of JavaScript and its application in websites.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I explored how to add interactivity, handle events, and enhance user experiences. 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This session gave me a strong foundation for implementing dynamic functionality in web development.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10: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tenth day of my internship, I designed a website for animals using Bootstrap.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I utilized its responsive grid system, components, and utilities to create an attractive and functional website. 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This project helped me enhance my skills in building professional-looking, mobile-friendly web designs.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100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AD3133FF-E9D0-4A11-BD46-BC9A0483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55D0D937-97D7-A7AF-839D-8F1C0F559A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5E549A49-C4EE-F652-B26E-1BC9BB62948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BF1EB731-4CE1-C1A1-01DE-EBC476259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3" y="1077141"/>
            <a:ext cx="11190514" cy="32123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CB6DAC-4A03-8B77-1CEE-A636A8CD8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42" y="4546963"/>
            <a:ext cx="11092544" cy="120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45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D2B7B659-6658-CD6A-C3F3-F6832CA04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689EE8A8-9953-1E75-7292-835B9AA6EB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FB402DDA-3827-A238-4CED-5175271428E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2CB89D0F-D4D2-6C5F-B4F8-14168EEC648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073341"/>
            <a:ext cx="6936221" cy="546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11:</a:t>
            </a:r>
          </a:p>
          <a:p>
            <a:pPr>
              <a:buNone/>
            </a:pPr>
            <a:endParaRPr lang="en-US"/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eleventh day of my internship, I learned how to implement JavaScript in my projects to add functionality.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I explored how to create dynamic features, handle user interactions, and manipulate elements on the webpage, further enhancing my web development skills.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2" name="Picture 1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5F3951A3-F20A-CCA5-EB92-1DEC13ECF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427" y="1070658"/>
            <a:ext cx="4052564" cy="491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55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07D4A83-AAFB-F563-2901-89B73BD79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86C7AA6B-9B48-CCD0-9CAC-FEE2B2434D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CC0236A8-E817-0776-E3D5-E9FA93B565F7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FA1C527F-9458-1B45-DBB6-8F4C73DCD09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073341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12: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twelfth day of my internship, I applied JavaScript to enhance the functionality of my website projects.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I focused on creating interactive features, validating forms, and improving user experience. </a:t>
            </a:r>
            <a:endParaRPr lang="en-US" sz="2400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This hands-on practice strengthened my understanding of JavaScript and its role in dynamic web development.</a:t>
            </a:r>
            <a:endParaRPr lang="en-US" sz="240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>
                <a:solidFill>
                  <a:schemeClr val="tx1"/>
                </a:solidFill>
                <a:latin typeface="Times New Roman"/>
              </a:rPr>
              <a:t>Day 13: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On the thirteenth day of my internship, I was introduced to a new project focused entirely on front-end development. 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This project aimed to apply all the concepts I had learned, including HTML, CSS, Bootstrap, and JavaScript, allowing me to showcase my skills in designing and developing user interfaces.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70404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E43C8649-65F4-F8AA-4F3E-22CA3CBF4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56F8C4C6-18B8-ACCC-3E80-EDCBD2362C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9A204631-0CB3-80CE-12FD-A3B5B4B6791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buClr>
                <a:srgbClr val="1C5092"/>
              </a:buClr>
              <a:buSzPts val="3600"/>
            </a:pPr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Daily Logs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26BEDEC7-2BB1-A9F6-8FE3-53F007BCE8F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2575895" y="1073341"/>
            <a:ext cx="2277412" cy="546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</p:txBody>
      </p:sp>
      <p:pic>
        <p:nvPicPr>
          <p:cNvPr id="2" name="Picture 1" descr="Two women holding a piece of paper&#10;&#10;AI-generated content may be incorrect.">
            <a:extLst>
              <a:ext uri="{FF2B5EF4-FFF2-40B4-BE49-F238E27FC236}">
                <a16:creationId xmlns:a16="http://schemas.microsoft.com/office/drawing/2014/main" id="{72F883F1-81E0-51EE-4AF9-49396F94B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794" y="1466126"/>
            <a:ext cx="3802766" cy="470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42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43C4C0D2-9E6E-94A7-37F4-23481228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0863E476-2B68-347F-A36E-9BE2ECDCE8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1E81E7D1-F3F7-C900-81C7-C37C0F4D690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/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Learned from Internship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DD386CD1-4F9A-2B07-CD1E-3F9BCC716C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365615"/>
            <a:ext cx="11189917" cy="54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sz="2400">
                <a:solidFill>
                  <a:schemeClr val="tx1"/>
                </a:solidFill>
                <a:latin typeface="Times New Roman"/>
              </a:rPr>
              <a:t>During my internship at Litz Tech Private Limited, I gained valuable technical skills,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tx1"/>
                </a:solidFill>
                <a:latin typeface="Times New Roman"/>
              </a:rPr>
              <a:t>hands-on experience, and industry insights in front-end development. The following </a:t>
            </a:r>
            <a:r>
              <a:rPr lang="en-US" sz="2400">
                <a:solidFill>
                  <a:schemeClr val="tx1"/>
                </a:solidFill>
                <a:latin typeface="Times New Roman"/>
              </a:rPr>
              <a:t>are</a:t>
            </a:r>
            <a:endParaRPr lang="en-US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sz="2400">
                <a:solidFill>
                  <a:schemeClr val="tx1"/>
                </a:solidFill>
                <a:latin typeface="Times New Roman"/>
              </a:rPr>
              <a:t>the key areas I learned:</a:t>
            </a:r>
            <a:endParaRPr lang="en-US">
              <a:solidFill>
                <a:schemeClr val="tx1"/>
              </a:solidFill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Fundamentals of Front-End Development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HTML (HyperText Markup Language)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CSS (Cascading Style Sheets)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Bootstrap Framework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JavaScript Basics &amp; Implementation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Website Development &amp; Projects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Professional &amp; Industry Exposure</a:t>
            </a: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2743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58F2B040-8527-45F7-1AA8-7E49AEC0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EF8AC6C9-CEA1-1734-FB9B-DFE1C663FB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8C22E3C1-BF93-6129-7079-50323E25797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65756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/>
            <a:r>
              <a:rPr lang="en-US" sz="3600" b="1">
                <a:solidFill>
                  <a:srgbClr val="1C5092"/>
                </a:solidFill>
                <a:latin typeface="Times New Roman"/>
                <a:cs typeface="Times New Roman"/>
              </a:rPr>
              <a:t>Future Works</a:t>
            </a:r>
            <a:endParaRPr lang="en-US" sz="3600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CEC12C63-288A-C6DB-B8F5-7BE55782004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501042" y="1365615"/>
            <a:ext cx="11189917" cy="550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None/>
            </a:pPr>
            <a:r>
              <a:rPr lang="en-US" sz="2400">
                <a:solidFill>
                  <a:schemeClr val="tx1"/>
                </a:solidFill>
                <a:latin typeface="Times New Roman"/>
              </a:rPr>
              <a:t>Implementing My Internship Skills in Future Work for: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pPr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Web Development &amp; Personal Projects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Academic Projects &amp; Research Work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Industry Readiness &amp; Job Opportunities</a:t>
            </a:r>
          </a:p>
          <a:p>
            <a:r>
              <a:rPr lang="en-US" sz="2400">
                <a:solidFill>
                  <a:schemeClr val="tx1"/>
                </a:solidFill>
                <a:latin typeface="Times New Roman"/>
              </a:rPr>
              <a:t>Entrepreneurial &amp; Freelancing Opportunities</a:t>
            </a:r>
            <a:endParaRPr lang="en-US">
              <a:solidFill>
                <a:schemeClr val="tx1"/>
              </a:solidFill>
              <a:latin typeface="Times New Roman"/>
            </a:endParaRPr>
          </a:p>
          <a:p>
            <a:pPr>
              <a:buNone/>
            </a:pPr>
            <a:endParaRPr lang="en-US" b="1" dirty="0">
              <a:solidFill>
                <a:schemeClr val="tx1"/>
              </a:solidFill>
              <a:latin typeface="Times New Roman"/>
            </a:endParaRPr>
          </a:p>
          <a:p>
            <a:pPr marL="50800" indent="0">
              <a:buNone/>
            </a:pPr>
            <a:endParaRPr lang="en-US" sz="2400" dirty="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4907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E66A7CF1-5BDD-69CE-CCCD-3FB4600E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>
            <a:extLst>
              <a:ext uri="{FF2B5EF4-FFF2-40B4-BE49-F238E27FC236}">
                <a16:creationId xmlns:a16="http://schemas.microsoft.com/office/drawing/2014/main" id="{171F4B10-A7BE-52B7-6421-BDA5939B32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4247F2C6-6314-22DF-A1F1-2537E67666D5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524000" y="3069290"/>
            <a:ext cx="9144000" cy="70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/>
            <a:r>
              <a:rPr lang="en-US" b="1">
                <a:solidFill>
                  <a:srgbClr val="1C5092"/>
                </a:solidFill>
                <a:latin typeface="Times New Roman"/>
                <a:cs typeface="Times New Roman"/>
              </a:rPr>
              <a:t>THANK YOU</a:t>
            </a:r>
            <a:endParaRPr lang="en-US" b="1" dirty="0">
              <a:solidFill>
                <a:srgbClr val="1C5092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4208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179</Words>
  <Application>Microsoft Office PowerPoint</Application>
  <PresentationFormat>Widescreen</PresentationFormat>
  <Paragraphs>46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KPR Institute of Engineering and Technology</vt:lpstr>
      <vt:lpstr>About the Company</vt:lpstr>
      <vt:lpstr>Week – 1 </vt:lpstr>
      <vt:lpstr>Week – 2  </vt:lpstr>
      <vt:lpstr>Daily Logs</vt:lpstr>
      <vt:lpstr>Daily Logs</vt:lpstr>
      <vt:lpstr>Daily Logs</vt:lpstr>
      <vt:lpstr>Daily Logs</vt:lpstr>
      <vt:lpstr>Daily Logs</vt:lpstr>
      <vt:lpstr>Daily Logs</vt:lpstr>
      <vt:lpstr>Daily Logs</vt:lpstr>
      <vt:lpstr>Daily Logs</vt:lpstr>
      <vt:lpstr>Daily Logs</vt:lpstr>
      <vt:lpstr>Daily Logs</vt:lpstr>
      <vt:lpstr>Daily Logs</vt:lpstr>
      <vt:lpstr>Daily Logs</vt:lpstr>
      <vt:lpstr>Learned from Internship</vt:lpstr>
      <vt:lpstr>Future Works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KPR Institute of Engineering and Technology</dc:title>
  <dc:creator>Karthick Alagar</dc:creator>
  <cp:lastModifiedBy>karthick Alagar</cp:lastModifiedBy>
  <cp:revision>518</cp:revision>
  <dcterms:modified xsi:type="dcterms:W3CDTF">2025-02-07T20:16:30Z</dcterms:modified>
</cp:coreProperties>
</file>